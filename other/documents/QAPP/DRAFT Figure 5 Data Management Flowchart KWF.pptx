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9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6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8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5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57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72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8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51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4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62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54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46DC00-BA13-4AF0-8D8A-FF497779F98C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CC894-C6F9-44D5-994C-9A710DAB3E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7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567767" y="5111351"/>
            <a:ext cx="7112259" cy="1510108"/>
          </a:xfrm>
          <a:prstGeom prst="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81537" y="6885086"/>
            <a:ext cx="7218782" cy="1869353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21747" y="727788"/>
            <a:ext cx="7158279" cy="4099974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13406" y="9217707"/>
            <a:ext cx="688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X. Data Management and Evaluation Flow Chart for non DEC-funded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675" y="1887893"/>
            <a:ext cx="1847461" cy="30777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SGS Anchorage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675" y="2312962"/>
            <a:ext cx="1847461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Soldotna Wastewater Treatment Plant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674" y="2953474"/>
            <a:ext cx="1847461" cy="30777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Taurianen</a:t>
            </a:r>
            <a:r>
              <a:rPr lang="en-US" sz="1400" dirty="0"/>
              <a:t>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8" y="3788206"/>
            <a:ext cx="1847461" cy="73866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Project Manager</a:t>
            </a:r>
          </a:p>
          <a:p>
            <a:pPr algn="ctr"/>
            <a:r>
              <a:rPr lang="en-US" sz="1400" dirty="0"/>
              <a:t>(KWF Water Quality Coordinator)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0599" y="1887892"/>
            <a:ext cx="1240972" cy="30777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SGS Engage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9466" y="2645697"/>
            <a:ext cx="83975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Email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2979091" y="2041780"/>
            <a:ext cx="593766" cy="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2923108" y="2881314"/>
            <a:ext cx="593767" cy="22604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923108" y="2574570"/>
            <a:ext cx="593767" cy="18945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24" idx="3"/>
          </p:cNvCxnSpPr>
          <p:nvPr/>
        </p:nvCxnSpPr>
        <p:spPr>
          <a:xfrm>
            <a:off x="4661571" y="2041781"/>
            <a:ext cx="1008445" cy="1142509"/>
          </a:xfrm>
          <a:prstGeom prst="bentConnector2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25" idx="3"/>
            <a:endCxn id="9" idx="0"/>
          </p:cNvCxnSpPr>
          <p:nvPr/>
        </p:nvCxnSpPr>
        <p:spPr>
          <a:xfrm>
            <a:off x="4379222" y="2799586"/>
            <a:ext cx="1299387" cy="9886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396785" y="3788206"/>
            <a:ext cx="889088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KWF Server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6734" y="3708725"/>
            <a:ext cx="1088778" cy="95410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KWF Website (Preliminary Raw Data)</a:t>
            </a:r>
          </a:p>
        </p:txBody>
      </p:sp>
      <p:cxnSp>
        <p:nvCxnSpPr>
          <p:cNvPr id="63" name="Straight Arrow Connector 62"/>
          <p:cNvCxnSpPr>
            <a:endCxn id="58" idx="3"/>
          </p:cNvCxnSpPr>
          <p:nvPr/>
        </p:nvCxnSpPr>
        <p:spPr>
          <a:xfrm flipH="1">
            <a:off x="4307191" y="4045770"/>
            <a:ext cx="426368" cy="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>
            <a:off x="3057558" y="4039194"/>
            <a:ext cx="310067" cy="76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3841329" y="4312756"/>
            <a:ext cx="0" cy="850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224086" y="5225840"/>
            <a:ext cx="3454523" cy="525693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Data </a:t>
            </a:r>
            <a:r>
              <a:rPr lang="en-US" sz="1400" dirty="0" smtClean="0"/>
              <a:t>Management &amp; Analysis </a:t>
            </a:r>
            <a:r>
              <a:rPr lang="en-US" sz="1400" dirty="0"/>
              <a:t>Platform (AWQMS or </a:t>
            </a:r>
            <a:r>
              <a:rPr lang="en-US" sz="1400" dirty="0" smtClean="0"/>
              <a:t>GitHub/</a:t>
            </a:r>
            <a:r>
              <a:rPr lang="en-US" sz="1400" dirty="0" err="1" smtClean="0"/>
              <a:t>RStudio</a:t>
            </a:r>
            <a:r>
              <a:rPr lang="en-US" sz="1400" dirty="0" smtClean="0"/>
              <a:t>/Posit</a:t>
            </a:r>
            <a:r>
              <a:rPr lang="en-US" sz="1400" dirty="0" smtClean="0"/>
              <a:t>)</a:t>
            </a:r>
            <a:endParaRPr lang="en-US" sz="1400" dirty="0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3071473" y="5777439"/>
            <a:ext cx="0" cy="396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772257" y="7031608"/>
            <a:ext cx="3745140" cy="73866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Provisional and </a:t>
            </a:r>
            <a:r>
              <a:rPr lang="en-US" sz="1400" dirty="0"/>
              <a:t>Data Export Review (External Third Party, e.g. ADEC Water Quality </a:t>
            </a:r>
            <a:r>
              <a:rPr lang="en-US" sz="1400" dirty="0" smtClean="0"/>
              <a:t>Staff or others as recommended by ADEC)</a:t>
            </a:r>
            <a:endParaRPr lang="en-US" sz="1400" dirty="0"/>
          </a:p>
        </p:txBody>
      </p:sp>
      <p:sp>
        <p:nvSpPr>
          <p:cNvPr id="83" name="TextBox 82"/>
          <p:cNvSpPr txBox="1"/>
          <p:nvPr/>
        </p:nvSpPr>
        <p:spPr>
          <a:xfrm>
            <a:off x="6532363" y="2312960"/>
            <a:ext cx="114766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Pre-Database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4998" y="885429"/>
            <a:ext cx="889088" cy="30777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286" y="1817452"/>
            <a:ext cx="2097134" cy="1600438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  <a:p>
            <a:pPr algn="ctr"/>
            <a:endParaRPr lang="en-US" sz="1400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801739" y="1306267"/>
            <a:ext cx="0" cy="436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335902" y="5021737"/>
            <a:ext cx="7310052" cy="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V="1">
            <a:off x="320353" y="6753727"/>
            <a:ext cx="7310052" cy="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095660" y="6677673"/>
            <a:ext cx="0" cy="328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32363" y="5336824"/>
            <a:ext cx="114766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Database Prep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38000" y="6246701"/>
            <a:ext cx="2047873" cy="30777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QA Review (KWF Staff)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037" y="8124485"/>
            <a:ext cx="2089291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Final Review (KWF Water Quality Coordinator)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rot="16200000">
            <a:off x="5318578" y="8271274"/>
            <a:ext cx="0" cy="246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495703" y="8150909"/>
            <a:ext cx="1619940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EPA Water Quality Exchange (WQX)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3103342" y="8418489"/>
            <a:ext cx="31725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085954" y="7228572"/>
            <a:ext cx="159407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Database </a:t>
            </a:r>
            <a:r>
              <a:rPr lang="en-US" b="1" i="1" dirty="0" smtClean="0"/>
              <a:t>Import/Export</a:t>
            </a:r>
            <a:endParaRPr lang="en-US" b="1" i="1" dirty="0"/>
          </a:p>
        </p:txBody>
      </p:sp>
      <p:sp>
        <p:nvSpPr>
          <p:cNvPr id="55" name="TextBox 54"/>
          <p:cNvSpPr txBox="1"/>
          <p:nvPr/>
        </p:nvSpPr>
        <p:spPr>
          <a:xfrm>
            <a:off x="335902" y="24726"/>
            <a:ext cx="715827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Kenai Watershed Forum Agency Baseline Water Quality Project</a:t>
            </a:r>
          </a:p>
          <a:p>
            <a:pPr algn="ctr"/>
            <a:r>
              <a:rPr lang="en-US" sz="2000" b="1" dirty="0"/>
              <a:t>Data Management Flowchart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90003" y="3874053"/>
            <a:ext cx="889088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Raw Data Review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H="1">
            <a:off x="1842193" y="4161590"/>
            <a:ext cx="2259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FE5934E-9387-4011-A15B-EC8D7492E0D7}"/>
              </a:ext>
            </a:extLst>
          </p:cNvPr>
          <p:cNvCxnSpPr>
            <a:cxnSpLocks/>
          </p:cNvCxnSpPr>
          <p:nvPr/>
        </p:nvCxnSpPr>
        <p:spPr>
          <a:xfrm>
            <a:off x="258361" y="885429"/>
            <a:ext cx="0" cy="7866704"/>
          </a:xfrm>
          <a:prstGeom prst="straightConnector1">
            <a:avLst/>
          </a:prstGeom>
          <a:ln w="50800"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81" idx="1"/>
          </p:cNvCxnSpPr>
          <p:nvPr/>
        </p:nvCxnSpPr>
        <p:spPr>
          <a:xfrm rot="10800000" flipV="1">
            <a:off x="1178405" y="7400940"/>
            <a:ext cx="593852" cy="568262"/>
          </a:xfrm>
          <a:prstGeom prst="bentConnector3">
            <a:avLst>
              <a:gd name="adj1" fmla="val 995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548011" y="8132890"/>
            <a:ext cx="1619940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EPA Water Quality Portal (WQP)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35659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229056" y="5716996"/>
            <a:ext cx="7492769" cy="3189074"/>
          </a:xfrm>
          <a:prstGeom prst="rect">
            <a:avLst/>
          </a:prstGeom>
          <a:solidFill>
            <a:schemeClr val="accent6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82240" y="744953"/>
            <a:ext cx="7463714" cy="3942735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13406" y="9217707"/>
            <a:ext cx="688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X. Data Management and Evaluation Flow Chart </a:t>
            </a:r>
            <a:r>
              <a:rPr lang="en-US" dirty="0" smtClean="0"/>
              <a:t>for </a:t>
            </a:r>
            <a:r>
              <a:rPr lang="en-US" dirty="0"/>
              <a:t>DEC-funded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5483" y="1679800"/>
            <a:ext cx="1685494" cy="30777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Laboratories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7650" y="2396549"/>
            <a:ext cx="1847461" cy="738664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Project Manager</a:t>
            </a:r>
          </a:p>
          <a:p>
            <a:pPr algn="ctr"/>
            <a:r>
              <a:rPr lang="en-US" sz="1400" dirty="0"/>
              <a:t>(KWF Water Quality Coordinator)</a:t>
            </a:r>
          </a:p>
        </p:txBody>
      </p:sp>
      <p:cxnSp>
        <p:nvCxnSpPr>
          <p:cNvPr id="43" name="Elbow Connector 42"/>
          <p:cNvCxnSpPr/>
          <p:nvPr/>
        </p:nvCxnSpPr>
        <p:spPr>
          <a:xfrm>
            <a:off x="2548561" y="1841382"/>
            <a:ext cx="2832819" cy="441581"/>
          </a:xfrm>
          <a:prstGeom prst="bentConnector3">
            <a:avLst>
              <a:gd name="adj1" fmla="val 997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039736" y="2511856"/>
            <a:ext cx="889088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KWF Server</a:t>
            </a:r>
          </a:p>
        </p:txBody>
      </p:sp>
      <p:cxnSp>
        <p:nvCxnSpPr>
          <p:cNvPr id="63" name="Straight Arrow Connector 62"/>
          <p:cNvCxnSpPr>
            <a:endCxn id="58" idx="3"/>
          </p:cNvCxnSpPr>
          <p:nvPr/>
        </p:nvCxnSpPr>
        <p:spPr>
          <a:xfrm flipH="1">
            <a:off x="3950142" y="2769420"/>
            <a:ext cx="426368" cy="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3484280" y="3035112"/>
            <a:ext cx="0" cy="248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02712" y="4898835"/>
            <a:ext cx="2485301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Import File Configuration Review (DEC Project Manager)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3498193" y="5303772"/>
            <a:ext cx="0" cy="246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659473" y="5764272"/>
            <a:ext cx="2960171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Provisional AWQMS and Data Export Review (DEC Project Manager)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73804" y="2312960"/>
            <a:ext cx="114766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Pre-Database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18" y="885429"/>
            <a:ext cx="889088" cy="30777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Samples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1618859" y="1287217"/>
            <a:ext cx="0" cy="274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 flipV="1">
            <a:off x="335902" y="5650387"/>
            <a:ext cx="7310052" cy="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53185" y="4825911"/>
            <a:ext cx="7492769" cy="709426"/>
          </a:xfrm>
          <a:prstGeom prst="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3541430" y="6330633"/>
            <a:ext cx="0" cy="298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72870" y="4878767"/>
            <a:ext cx="114766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Database Prep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19371" y="6664924"/>
            <a:ext cx="2993130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Corrected AWQMS and Data Export Review (Secondary Reviewer)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60256" y="7518654"/>
            <a:ext cx="2089291" cy="30777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QA Review (QA Officer)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3544542" y="7218032"/>
            <a:ext cx="0" cy="246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793953" y="8180281"/>
            <a:ext cx="1666945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EPA Water Quality Exchange (WQX)</a:t>
            </a:r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4280833" y="8392681"/>
            <a:ext cx="335165" cy="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54753" y="6876343"/>
            <a:ext cx="1147665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Database Import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724" y="24726"/>
            <a:ext cx="759569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Other </a:t>
            </a:r>
            <a:r>
              <a:rPr lang="en-US" sz="2000" b="1" dirty="0" smtClean="0"/>
              <a:t>Kenai Watershed Forum </a:t>
            </a:r>
            <a:r>
              <a:rPr lang="en-US" sz="2000" b="1" dirty="0"/>
              <a:t>Projects, </a:t>
            </a:r>
            <a:r>
              <a:rPr lang="en-US" sz="2000" b="1" dirty="0" smtClean="0"/>
              <a:t>Funded </a:t>
            </a:r>
            <a:r>
              <a:rPr lang="en-US" sz="2000" b="1" dirty="0"/>
              <a:t>by </a:t>
            </a:r>
            <a:r>
              <a:rPr lang="en-US" sz="2000" b="1" dirty="0" smtClean="0"/>
              <a:t>ADEC</a:t>
            </a:r>
          </a:p>
          <a:p>
            <a:pPr algn="ctr"/>
            <a:r>
              <a:rPr lang="en-US" sz="2000" b="1" dirty="0"/>
              <a:t>Data Management Flowchart</a:t>
            </a:r>
          </a:p>
          <a:p>
            <a:pPr algn="ctr"/>
            <a:endParaRPr lang="en-US" sz="2000" b="1" dirty="0"/>
          </a:p>
        </p:txBody>
      </p:sp>
      <p:sp>
        <p:nvSpPr>
          <p:cNvPr id="73" name="TextBox 72"/>
          <p:cNvSpPr txBox="1"/>
          <p:nvPr/>
        </p:nvSpPr>
        <p:spPr>
          <a:xfrm>
            <a:off x="3086353" y="3322111"/>
            <a:ext cx="889088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Raw Data Review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59490" y="4932274"/>
            <a:ext cx="1666945" cy="307777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DEC Soldotna Office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31589" y="4162335"/>
            <a:ext cx="250388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Email download link to ADEC</a:t>
            </a:r>
            <a:endParaRPr lang="en-US" sz="1400" dirty="0"/>
          </a:p>
        </p:txBody>
      </p:sp>
      <p:cxnSp>
        <p:nvCxnSpPr>
          <p:cNvPr id="86" name="Straight Arrow Connector 85"/>
          <p:cNvCxnSpPr/>
          <p:nvPr/>
        </p:nvCxnSpPr>
        <p:spPr>
          <a:xfrm>
            <a:off x="3484280" y="4444812"/>
            <a:ext cx="0" cy="248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2094912" y="8131073"/>
            <a:ext cx="2089291" cy="52322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Final Review (Data Management Lead)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>
            <a:off x="3544542" y="7865732"/>
            <a:ext cx="0" cy="246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V="1">
            <a:off x="335902" y="4774087"/>
            <a:ext cx="7310052" cy="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3484280" y="3949512"/>
            <a:ext cx="0" cy="248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009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491</TotalTime>
  <Words>224</Words>
  <Application>Microsoft Office PowerPoint</Application>
  <PresentationFormat>Custom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Benjamin Meyer</dc:creator>
  <cp:lastModifiedBy>Benjamin Meyer</cp:lastModifiedBy>
  <cp:revision>29</cp:revision>
  <dcterms:created xsi:type="dcterms:W3CDTF">2022-05-26T00:49:55Z</dcterms:created>
  <dcterms:modified xsi:type="dcterms:W3CDTF">2023-02-09T18:18:27Z</dcterms:modified>
</cp:coreProperties>
</file>